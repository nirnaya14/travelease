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nni reddy" userId="90d244d9f21c1760" providerId="LiveId" clId="{41AB9754-6946-4ED9-B651-760AE7A09CC5}"/>
    <pc:docChg chg="modSld">
      <pc:chgData name="chinni reddy" userId="90d244d9f21c1760" providerId="LiveId" clId="{41AB9754-6946-4ED9-B651-760AE7A09CC5}" dt="2026-04-16T17:55:38.917" v="2" actId="20577"/>
      <pc:docMkLst>
        <pc:docMk/>
      </pc:docMkLst>
      <pc:sldChg chg="modSp mod">
        <pc:chgData name="chinni reddy" userId="90d244d9f21c1760" providerId="LiveId" clId="{41AB9754-6946-4ED9-B651-760AE7A09CC5}" dt="2026-04-16T17:55:38.917" v="2" actId="20577"/>
        <pc:sldMkLst>
          <pc:docMk/>
          <pc:sldMk cId="0" sldId="257"/>
        </pc:sldMkLst>
        <pc:spChg chg="mod">
          <ac:chgData name="chinni reddy" userId="90d244d9f21c1760" providerId="LiveId" clId="{41AB9754-6946-4ED9-B651-760AE7A09CC5}" dt="2026-04-16T17:55:38.917" v="2" actId="20577"/>
          <ac:spMkLst>
            <pc:docMk/>
            <pc:sldMk cId="0" sldId="257"/>
            <ac:spMk id="7" creationId="{00000000-0000-0000-0000-000000000000}"/>
          </ac:spMkLst>
        </pc:spChg>
      </pc:sldChg>
      <pc:sldChg chg="modSp mod">
        <pc:chgData name="chinni reddy" userId="90d244d9f21c1760" providerId="LiveId" clId="{41AB9754-6946-4ED9-B651-760AE7A09CC5}" dt="2026-04-16T17:55:12.854" v="0" actId="20577"/>
        <pc:sldMkLst>
          <pc:docMk/>
          <pc:sldMk cId="0" sldId="259"/>
        </pc:sldMkLst>
        <pc:spChg chg="mod">
          <ac:chgData name="chinni reddy" userId="90d244d9f21c1760" providerId="LiveId" clId="{41AB9754-6946-4ED9-B651-760AE7A09CC5}" dt="2026-04-16T17:55:12.854" v="0" actId="20577"/>
          <ac:spMkLst>
            <pc:docMk/>
            <pc:sldMk cId="0" sldId="259"/>
            <ac:spMk id="2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4604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723607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TravelEase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77240" y="1912327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777240" y="2727375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A0AEC0"/>
                </a:solidFill>
              </a:rPr>
              <a:t>Transport Booking System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3298874"/>
            <a:ext cx="22860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61053" y="3249637"/>
            <a:ext cx="2398541" cy="2225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chemeClr val="bg2"/>
                </a:solidFill>
              </a:rPr>
              <a:t>Course: AI Assistance Coding</a:t>
            </a:r>
            <a:br>
              <a:rPr lang="en-US" sz="1200" b="1" dirty="0">
                <a:solidFill>
                  <a:schemeClr val="bg2"/>
                </a:solidFill>
              </a:rPr>
            </a:br>
            <a:r>
              <a:rPr lang="en-US" sz="1200" b="1" dirty="0">
                <a:solidFill>
                  <a:schemeClr val="bg2"/>
                </a:solidFill>
              </a:rPr>
              <a:t>Student Name: Mula </a:t>
            </a:r>
            <a:r>
              <a:rPr lang="en-US" sz="1200" b="1" dirty="0" err="1">
                <a:solidFill>
                  <a:schemeClr val="bg2"/>
                </a:solidFill>
              </a:rPr>
              <a:t>Nirnaya</a:t>
            </a:r>
            <a:br>
              <a:rPr lang="en-US" sz="1200" b="1" dirty="0">
                <a:solidFill>
                  <a:schemeClr val="bg2"/>
                </a:solidFill>
              </a:rPr>
            </a:br>
            <a:r>
              <a:rPr lang="en-US" sz="1200" b="1" dirty="0">
                <a:solidFill>
                  <a:schemeClr val="bg2"/>
                </a:solidFill>
              </a:rPr>
              <a:t>Roll No : 2303A51060</a:t>
            </a:r>
            <a:br>
              <a:rPr lang="en-US" sz="1200" b="1" dirty="0">
                <a:solidFill>
                  <a:schemeClr val="bg2"/>
                </a:solidFill>
              </a:rPr>
            </a:br>
            <a:r>
              <a:rPr lang="en-US" sz="1200" b="1" dirty="0">
                <a:solidFill>
                  <a:schemeClr val="bg2"/>
                </a:solidFill>
              </a:rPr>
              <a:t>Department: CSE</a:t>
            </a:r>
            <a:br>
              <a:rPr lang="en-US" sz="1200" b="1" dirty="0">
                <a:solidFill>
                  <a:schemeClr val="bg2"/>
                </a:solidFill>
              </a:rPr>
            </a:br>
            <a:r>
              <a:rPr lang="en-US" sz="1200" b="1" dirty="0">
                <a:solidFill>
                  <a:schemeClr val="bg2"/>
                </a:solidFill>
              </a:rPr>
              <a:t>Batch: 10</a:t>
            </a:r>
          </a:p>
          <a:p>
            <a:pPr marL="0" indent="0" algn="l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1097280"/>
            <a:ext cx="164592" cy="38404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430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TravelEase Pro?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TravelEase Pro is a fully functional, full-stack transport booking web application. It allows users to search, book, and manage transport across buses, trains, flights, cars, autos, and bikes all in one place. The platform replicates real-world booking portals like MakeMyTrip and RedBus with secure login, seat selection, and payment integration.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30632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Key Highlights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3401568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User registration &amp; JWT-secured login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Real-time seat availability &amp; selection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Multi-modal transport search (bus, train, flight, car, auto, bike)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Razorpay payment gateway integration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Admin dashboard for managing bookings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</a:rPr>
              <a:t>Booking history, cancellation &amp; PNR generation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4114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160520" cy="1005840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71600"/>
            <a:ext cx="502920" cy="10058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417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Multi-modal Booking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75564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0B8CC"/>
                </a:solidFill>
              </a:rPr>
              <a:t>Build a single platform to search and book 6 modes of transport: bus, train, flight, car, auto, and bike.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4160520" cy="1005840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371600"/>
            <a:ext cx="502920" cy="10058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1417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Secure Authentication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49240" y="175564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0B8CC"/>
                </a:solidFill>
              </a:rPr>
              <a:t>Implement JWT-based login/register for users and a separate admin login with role-based access control.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560320"/>
            <a:ext cx="4160520" cy="1005840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560320"/>
            <a:ext cx="502920" cy="10058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606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End-to-End Payment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94436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0B8CC"/>
                </a:solidFill>
              </a:rPr>
              <a:t>Integrate Razorpay gateway to handle online payments with order creation and verification flow.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560320"/>
            <a:ext cx="4160520" cy="1005840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560320"/>
            <a:ext cx="502920" cy="10058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2606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Admin Control Panel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9240" y="294436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0B8CC"/>
                </a:solidFill>
              </a:rPr>
              <a:t>Provide an admin dashboard to view all bookings, user data, and transport records.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749040"/>
            <a:ext cx="4160520" cy="1005840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749040"/>
            <a:ext cx="502920" cy="10058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" y="3794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Real-time Seat Management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13308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0B8CC"/>
                </a:solidFill>
              </a:rPr>
              <a:t>Dynamically render seat maps and decrease availability upon successful booking.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3749040"/>
            <a:ext cx="4160520" cy="1005840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749040"/>
            <a:ext cx="502920" cy="10058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49240" y="3794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Deployment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49240" y="413308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0B8CC"/>
                </a:solidFill>
              </a:rPr>
              <a:t>Deploy on Render with MongoDB Atlas as the cloud database, making the app accessible globally.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Stakeholders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993392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1993392" cy="5029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FFFFFF"/>
                </a:solidFill>
              </a:rPr>
              <a:t>PRIMARY USERS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End Users / Travelers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" y="1856232"/>
            <a:ext cx="54864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7830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748"/>
                </a:solidFill>
              </a:rPr>
              <a:t>Search and book transport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2514600"/>
            <a:ext cx="54864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4144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748"/>
                </a:solidFill>
              </a:rPr>
              <a:t>Manage and cancel bookings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" y="3172968"/>
            <a:ext cx="54864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099816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748"/>
                </a:solidFill>
              </a:rPr>
              <a:t>Make online payments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8912" y="3831336"/>
            <a:ext cx="54864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758184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748"/>
                </a:solidFill>
              </a:rPr>
              <a:t>View booking history &amp; PNR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450592" y="1143000"/>
            <a:ext cx="1993392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50592" y="1143000"/>
            <a:ext cx="1993392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42032" y="1188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FFFFFF"/>
                </a:solidFill>
              </a:rPr>
              <a:t>SYSTEM MANAGER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542032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Admin / Operator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15184" y="1856232"/>
            <a:ext cx="54864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0" y="17830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748"/>
                </a:solidFill>
              </a:rPr>
              <a:t>Manage transport listings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615184" y="2514600"/>
            <a:ext cx="54864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0" y="244144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748"/>
                </a:solidFill>
              </a:rPr>
              <a:t>View all user bookings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615184" y="3172968"/>
            <a:ext cx="54864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0" y="3099816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748"/>
                </a:solidFill>
              </a:rPr>
              <a:t>Monitor revenue &amp; status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615184" y="3831336"/>
            <a:ext cx="54864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0" y="3758184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748"/>
                </a:solidFill>
              </a:rPr>
              <a:t>Access control panel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26864" y="1079695"/>
            <a:ext cx="1993392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0" name="Shape 28"/>
          <p:cNvSpPr/>
          <p:nvPr/>
        </p:nvSpPr>
        <p:spPr>
          <a:xfrm>
            <a:off x="4626864" y="1143000"/>
            <a:ext cx="1993392" cy="502920"/>
          </a:xfrm>
          <a:prstGeom prst="rect">
            <a:avLst/>
          </a:prstGeom>
          <a:solidFill>
            <a:srgbClr val="0AB4A0"/>
          </a:solidFill>
          <a:ln w="12700">
            <a:solidFill>
              <a:srgbClr val="0AB4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18304" y="1188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FFFFFF"/>
                </a:solidFill>
              </a:rPr>
              <a:t>BUILDER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718304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Development 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91456" y="1856232"/>
            <a:ext cx="54864" cy="54864"/>
          </a:xfrm>
          <a:prstGeom prst="rect">
            <a:avLst/>
          </a:prstGeom>
          <a:solidFill>
            <a:srgbClr val="0AB4A0"/>
          </a:solidFill>
          <a:ln w="12700">
            <a:solidFill>
              <a:srgbClr val="0AB4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17830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748"/>
                </a:solidFill>
              </a:rPr>
              <a:t>Design system architecture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91456" y="2514600"/>
            <a:ext cx="54864" cy="54864"/>
          </a:xfrm>
          <a:prstGeom prst="rect">
            <a:avLst/>
          </a:prstGeom>
          <a:solidFill>
            <a:srgbClr val="0AB4A0"/>
          </a:solidFill>
          <a:ln w="12700">
            <a:solidFill>
              <a:srgbClr val="0AB4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244144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748"/>
                </a:solidFill>
              </a:rPr>
              <a:t>Implement features &amp; APIs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91456" y="3172968"/>
            <a:ext cx="54864" cy="54864"/>
          </a:xfrm>
          <a:prstGeom prst="rect">
            <a:avLst/>
          </a:prstGeom>
          <a:solidFill>
            <a:srgbClr val="0AB4A0"/>
          </a:solidFill>
          <a:ln w="12700">
            <a:solidFill>
              <a:srgbClr val="0AB4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9472" y="3099816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748"/>
                </a:solidFill>
              </a:rPr>
              <a:t>Test and deploy the app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91456" y="3831336"/>
            <a:ext cx="54864" cy="54864"/>
          </a:xfrm>
          <a:prstGeom prst="rect">
            <a:avLst/>
          </a:prstGeom>
          <a:solidFill>
            <a:srgbClr val="0AB4A0"/>
          </a:solidFill>
          <a:ln w="12700">
            <a:solidFill>
              <a:srgbClr val="0AB4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3758184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748"/>
                </a:solidFill>
              </a:rPr>
              <a:t>Maintain codebase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Programming Languages, Tools &amp; Software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965960" cy="34747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FRONTEND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1965960" cy="658368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417320"/>
            <a:ext cx="54864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463040"/>
            <a:ext cx="1801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HTML5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1746504"/>
            <a:ext cx="1801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</a:rPr>
              <a:t>Structure &amp; semantic markup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2167128"/>
            <a:ext cx="1965960" cy="658368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167128"/>
            <a:ext cx="54864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212848"/>
            <a:ext cx="1801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CSS3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4048" y="2496312"/>
            <a:ext cx="1801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</a:rPr>
              <a:t>Styling, layout &amp; animations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916936"/>
            <a:ext cx="1965960" cy="658368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916936"/>
            <a:ext cx="54864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962656"/>
            <a:ext cx="1801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JavaScript 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3246120"/>
            <a:ext cx="1801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</a:rPr>
              <a:t>Client-side interactivity &amp; API calls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377440" y="960120"/>
            <a:ext cx="196596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68880" y="9601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BACKEND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377440" y="1417320"/>
            <a:ext cx="1965960" cy="658368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77440" y="1417320"/>
            <a:ext cx="54864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87168" y="1463040"/>
            <a:ext cx="1801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Node.js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487168" y="1746504"/>
            <a:ext cx="1801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</a:rPr>
              <a:t>JavaScript runtime (v18+)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377440" y="2167128"/>
            <a:ext cx="1965960" cy="658368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77440" y="2167128"/>
            <a:ext cx="54864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87168" y="2212848"/>
            <a:ext cx="1801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Express.js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487168" y="2496312"/>
            <a:ext cx="1801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</a:rPr>
              <a:t>REST API framework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377440" y="2916936"/>
            <a:ext cx="1965960" cy="658368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77440" y="2916936"/>
            <a:ext cx="54864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87168" y="2962656"/>
            <a:ext cx="1801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JWT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487168" y="3246120"/>
            <a:ext cx="1801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</a:rPr>
              <a:t>Stateless authentication tokens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480560" y="960120"/>
            <a:ext cx="1965960" cy="347472"/>
          </a:xfrm>
          <a:prstGeom prst="rect">
            <a:avLst/>
          </a:prstGeom>
          <a:solidFill>
            <a:srgbClr val="0AB4A0"/>
          </a:solidFill>
          <a:ln w="12700">
            <a:solidFill>
              <a:srgbClr val="0AB4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9601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DATABASE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480560" y="1417320"/>
            <a:ext cx="1965960" cy="658368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80560" y="1417320"/>
            <a:ext cx="54864" cy="658368"/>
          </a:xfrm>
          <a:prstGeom prst="rect">
            <a:avLst/>
          </a:prstGeom>
          <a:solidFill>
            <a:srgbClr val="0AB4A0"/>
          </a:solidFill>
          <a:ln w="12700">
            <a:solidFill>
              <a:srgbClr val="0AB4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90288" y="1463040"/>
            <a:ext cx="1801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MongoDB Atlas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90288" y="1746504"/>
            <a:ext cx="1801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</a:rPr>
              <a:t>Cloud NoSQL database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480560" y="2167128"/>
            <a:ext cx="1965960" cy="658368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80560" y="2167128"/>
            <a:ext cx="54864" cy="658368"/>
          </a:xfrm>
          <a:prstGeom prst="rect">
            <a:avLst/>
          </a:prstGeom>
          <a:solidFill>
            <a:srgbClr val="0AB4A0"/>
          </a:solidFill>
          <a:ln w="12700">
            <a:solidFill>
              <a:srgbClr val="0AB4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90288" y="2212848"/>
            <a:ext cx="1801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Mongoose ODM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90288" y="2496312"/>
            <a:ext cx="1801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</a:rPr>
              <a:t>Schema modeling &amp; validation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537960" y="960120"/>
            <a:ext cx="2377440" cy="34747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29400" y="9601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TOOLS &amp; SERVICES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537960" y="1417320"/>
            <a:ext cx="2377440" cy="658368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37960" y="1417320"/>
            <a:ext cx="54864" cy="65836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47688" y="1463040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Razorpay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647688" y="1746504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</a:rPr>
              <a:t>Payment gateway (test mode)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537960" y="2167128"/>
            <a:ext cx="2377440" cy="658368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37960" y="2167128"/>
            <a:ext cx="54864" cy="65836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47688" y="2212848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Render.com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647688" y="2496312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</a:rPr>
              <a:t>Cloud hosting &amp; deployment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537960" y="2916936"/>
            <a:ext cx="2377440" cy="658368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37960" y="2916936"/>
            <a:ext cx="54864" cy="65836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47688" y="2962656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GitHub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647688" y="3246120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</a:rPr>
              <a:t>Version control &amp; source repo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537960" y="3666744"/>
            <a:ext cx="2377440" cy="658368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537960" y="3666744"/>
            <a:ext cx="54864" cy="65836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47688" y="3712464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VS Code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6647688" y="3995928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</a:rPr>
              <a:t>Primary code editor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537960" y="4416552"/>
            <a:ext cx="2377440" cy="658368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537960" y="4416552"/>
            <a:ext cx="54864" cy="65836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47688" y="4462272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ChatGPT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6647688" y="4745736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</a:rPr>
              <a:t>Fixing code generation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Prompts Used to Generate Code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1463040" cy="34747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424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server.js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783080" y="106070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E94560"/>
                </a:solidFill>
              </a:rPr>
              <a:t>PROMPT →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1399032"/>
            <a:ext cx="8321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i="1" dirty="0">
                <a:solidFill>
                  <a:srgbClr val="2D3748"/>
                </a:solidFill>
              </a:rPr>
              <a:t>"Build Express server for TravelEase. Setup: express, mongoose, cors, dotenv. Middleware: json, urlencoded. Serve static frontend. Connect to MONGO_URI. autoSeed() → create admin user, demo user, and 13 transport records (4 buses, 3 trains, 3 flights, 1 car, 1 auto, 1 bike). Define SPA routes. Listen on PORT."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331720"/>
            <a:ext cx="8595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331720"/>
            <a:ext cx="146304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3682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routes/auth.js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83080" y="238658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F5A623"/>
                </a:solidFill>
              </a:rPr>
              <a:t>PROMPT →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11480" y="2724912"/>
            <a:ext cx="8321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i="1" dirty="0">
                <a:solidFill>
                  <a:srgbClr val="2D3748"/>
                </a:solidFill>
              </a:rPr>
              <a:t>"Build Express auth routes using JWT + bcrypt. POST /register: validate, check duplicate email, hash password, sign JWT 7d. POST /login: find user, compare password, return token. POST /admin-login: role=admin only, sign JWT 1d. GET /profile (auth middleware). PUT /profile: update name+phone."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664634"/>
            <a:ext cx="8595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657600"/>
            <a:ext cx="1463040" cy="347472"/>
          </a:xfrm>
          <a:prstGeom prst="rect">
            <a:avLst/>
          </a:prstGeom>
          <a:solidFill>
            <a:srgbClr val="0AB4A0"/>
          </a:solidFill>
          <a:ln w="12700">
            <a:solidFill>
              <a:srgbClr val="0AB4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6941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routes/bookings.js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783080" y="371246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AB4A0"/>
                </a:solidFill>
              </a:rPr>
              <a:t>PROMPT →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11480" y="4050792"/>
            <a:ext cx="8321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i="1" dirty="0">
                <a:solidFill>
                  <a:srgbClr val="2D3748"/>
                </a:solidFill>
              </a:rPr>
              <a:t>"Build booking routes (all need auth middleware). POST /create: accept full booking payload (transport type, from, to, date, seat class, passengers, pricing). Attach userId from JWT. Auto-generate bookingId (TRB+timestamp) and PNR in pre-save hook. GET /my-bookings. GET /:id. PUT /:id/cancel: set status cancelled, refund if paid."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Prompts Used to Generate Code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1463040" cy="34747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424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models/User.js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783080" y="106070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9B59B6"/>
                </a:solidFill>
              </a:rPr>
              <a:t>PROMPT →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1399032"/>
            <a:ext cx="8321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i="1" dirty="0">
                <a:solidFill>
                  <a:srgbClr val="2D3748"/>
                </a:solidFill>
              </a:rPr>
              <a:t>"Build Mongoose User model. Schema: name, email (unique lowercase), password (minlen 6), phone, role (user/admin), avatar, isActive, createdAt. pre('save') hook: if password modified → bcrypt.hash(password, 12). Method comparePassword: bcrypt.compare."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331720"/>
            <a:ext cx="8595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331720"/>
            <a:ext cx="1463040" cy="34747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3682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models/Booking.js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83080" y="238658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E94560"/>
                </a:solidFill>
              </a:rPr>
              <a:t>PROMPT →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11480" y="2724912"/>
            <a:ext cx="8321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i="1" dirty="0">
                <a:solidFill>
                  <a:srgbClr val="2D3748"/>
                </a:solidFill>
              </a:rPr>
              <a:t>"Build Mongoose Booking model. Fields: userId (ObjectId ref User), userName/Email/Phone, transportType (bus/car/flight/train/auto/bike), from/to/journeyDate, passengers [{name,age,gender,seatNumber}], seatClass, pricing (pricePerSeat, totalAmount, taxes, discount, finalAmount), paymentStatus (pending/paid/failed/refunded), bookingStatus (confirmed/cancelled/completed/pending). pre('save'): auto-generate bookingId=TRB+8chars and pnr=8chars uppercase."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657600"/>
            <a:ext cx="8595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657600"/>
            <a:ext cx="146304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6941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routes/transport.js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783080" y="371246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F5A623"/>
                </a:solidFill>
              </a:rPr>
              <a:t>PROMPT →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11480" y="4050792"/>
            <a:ext cx="8321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i="1" dirty="0">
                <a:solidFill>
                  <a:srgbClr val="2D3748"/>
                </a:solidFill>
              </a:rPr>
              <a:t>"Build transport routes. GET /search: query by type+from+to (regex), return real DB records or MOCK fallback of 5 realistic transports. GET /cities: return 22 Indian cities array. GET /:id: find by ID. POST /:id/book-seat (auth): push seatNumber, decrement availableSeats. POST / and DELETE /:id: admin only."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Workflow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1051560" cy="960120"/>
          </a:xfrm>
          <a:prstGeom prst="rect">
            <a:avLst/>
          </a:prstGeom>
          <a:solidFill>
            <a:srgbClr val="16213E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17320"/>
            <a:ext cx="1051560" cy="16459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0020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1938528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C"/>
                </a:solidFill>
              </a:rPr>
              <a:t>User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0B8CC"/>
                </a:solidFill>
              </a:rPr>
              <a:t>Visits Site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25880" y="1869948"/>
            <a:ext cx="182880" cy="54864"/>
          </a:xfrm>
          <a:prstGeom prst="rect">
            <a:avLst/>
          </a:prstGeom>
          <a:solidFill>
            <a:srgbClr val="3A4A70"/>
          </a:solidFill>
          <a:ln w="12700">
            <a:solidFill>
              <a:srgbClr val="3A4A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07592" y="1732788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90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08760" y="1417320"/>
            <a:ext cx="1051560" cy="960120"/>
          </a:xfrm>
          <a:prstGeom prst="rect">
            <a:avLst/>
          </a:prstGeom>
          <a:solidFill>
            <a:srgbClr val="16213E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08760" y="1417320"/>
            <a:ext cx="1051560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160020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08760" y="1938528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C"/>
                </a:solidFill>
              </a:rPr>
              <a:t>Register /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0B8CC"/>
                </a:solidFill>
              </a:rPr>
              <a:t>Login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60320" y="1869948"/>
            <a:ext cx="182880" cy="54864"/>
          </a:xfrm>
          <a:prstGeom prst="rect">
            <a:avLst/>
          </a:prstGeom>
          <a:solidFill>
            <a:srgbClr val="3A4A70"/>
          </a:solidFill>
          <a:ln w="12700">
            <a:solidFill>
              <a:srgbClr val="3A4A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42032" y="1732788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90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0" y="1417320"/>
            <a:ext cx="1051560" cy="960120"/>
          </a:xfrm>
          <a:prstGeom prst="rect">
            <a:avLst/>
          </a:prstGeom>
          <a:solidFill>
            <a:srgbClr val="16213E"/>
          </a:solidFill>
          <a:ln w="19050">
            <a:solidFill>
              <a:srgbClr val="0AB4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0" y="1417320"/>
            <a:ext cx="1051560" cy="164592"/>
          </a:xfrm>
          <a:prstGeom prst="rect">
            <a:avLst/>
          </a:prstGeom>
          <a:solidFill>
            <a:srgbClr val="0AB4A0"/>
          </a:solidFill>
          <a:ln w="12700">
            <a:solidFill>
              <a:srgbClr val="0AB4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160020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743200" y="1938528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C"/>
                </a:solidFill>
              </a:rPr>
              <a:t>Search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0B8CC"/>
                </a:solidFill>
              </a:rPr>
              <a:t>Transport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794760" y="1869948"/>
            <a:ext cx="182880" cy="54864"/>
          </a:xfrm>
          <a:prstGeom prst="rect">
            <a:avLst/>
          </a:prstGeom>
          <a:solidFill>
            <a:srgbClr val="3A4A70"/>
          </a:solidFill>
          <a:ln w="12700">
            <a:solidFill>
              <a:srgbClr val="3A4A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76472" y="1732788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90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977640" y="1417320"/>
            <a:ext cx="1051560" cy="960120"/>
          </a:xfrm>
          <a:prstGeom prst="rect">
            <a:avLst/>
          </a:prstGeom>
          <a:solidFill>
            <a:srgbClr val="16213E"/>
          </a:solidFill>
          <a:ln w="19050">
            <a:solidFill>
              <a:srgbClr val="9B59B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77640" y="1417320"/>
            <a:ext cx="1051560" cy="16459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77640" y="160020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977640" y="1938528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C"/>
                </a:solidFill>
              </a:rPr>
              <a:t>Select Seats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0B8CC"/>
                </a:solidFill>
              </a:rPr>
              <a:t>&amp; Class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29200" y="1869948"/>
            <a:ext cx="182880" cy="54864"/>
          </a:xfrm>
          <a:prstGeom prst="rect">
            <a:avLst/>
          </a:prstGeom>
          <a:solidFill>
            <a:srgbClr val="3A4A70"/>
          </a:solidFill>
          <a:ln w="12700">
            <a:solidFill>
              <a:srgbClr val="3A4A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10912" y="1732788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90"/>
                </a:solidFill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212080" y="1417320"/>
            <a:ext cx="1051560" cy="960120"/>
          </a:xfrm>
          <a:prstGeom prst="rect">
            <a:avLst/>
          </a:prstGeom>
          <a:solidFill>
            <a:srgbClr val="16213E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12080" y="1417320"/>
            <a:ext cx="1051560" cy="16459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160020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212080" y="1938528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C"/>
                </a:solidFill>
              </a:rPr>
              <a:t>Payment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0B8CC"/>
                </a:solidFill>
              </a:rPr>
              <a:t>(Razorpay)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263640" y="1869948"/>
            <a:ext cx="182880" cy="54864"/>
          </a:xfrm>
          <a:prstGeom prst="rect">
            <a:avLst/>
          </a:prstGeom>
          <a:solidFill>
            <a:srgbClr val="3A4A70"/>
          </a:solidFill>
          <a:ln w="12700">
            <a:solidFill>
              <a:srgbClr val="3A4A7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45352" y="1732788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90"/>
                </a:solidFill>
              </a:rPr>
              <a:t>▶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46520" y="1417320"/>
            <a:ext cx="1051560" cy="960120"/>
          </a:xfrm>
          <a:prstGeom prst="rect">
            <a:avLst/>
          </a:prstGeom>
          <a:solidFill>
            <a:srgbClr val="16213E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46520" y="1417320"/>
            <a:ext cx="1051560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160020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446520" y="1938528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C"/>
                </a:solidFill>
              </a:rPr>
              <a:t>Booking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0B8CC"/>
                </a:solidFill>
              </a:rPr>
              <a:t>Confirmed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498080" y="1869948"/>
            <a:ext cx="182880" cy="54864"/>
          </a:xfrm>
          <a:prstGeom prst="rect">
            <a:avLst/>
          </a:prstGeom>
          <a:solidFill>
            <a:srgbClr val="3A4A70"/>
          </a:solidFill>
          <a:ln w="12700">
            <a:solidFill>
              <a:srgbClr val="3A4A7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79792" y="1732788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90"/>
                </a:solidFill>
              </a:rPr>
              <a:t>▶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680960" y="1417320"/>
            <a:ext cx="1051560" cy="960120"/>
          </a:xfrm>
          <a:prstGeom prst="rect">
            <a:avLst/>
          </a:prstGeom>
          <a:solidFill>
            <a:srgbClr val="16213E"/>
          </a:solidFill>
          <a:ln w="19050">
            <a:solidFill>
              <a:srgbClr val="0AB4A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80960" y="1417320"/>
            <a:ext cx="1051560" cy="164592"/>
          </a:xfrm>
          <a:prstGeom prst="rect">
            <a:avLst/>
          </a:prstGeom>
          <a:solidFill>
            <a:srgbClr val="0AB4A0"/>
          </a:solidFill>
          <a:ln w="12700">
            <a:solidFill>
              <a:srgbClr val="0AB4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80960" y="160020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7680960" y="1938528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CC"/>
                </a:solidFill>
              </a:rPr>
              <a:t>PNR &amp;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0B8CC"/>
                </a:solidFill>
              </a:rPr>
              <a:t>History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74320" y="2880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</a:rPr>
              <a:t>Admin Panel Path: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3246120"/>
            <a:ext cx="1920240" cy="594360"/>
          </a:xfrm>
          <a:prstGeom prst="rect">
            <a:avLst/>
          </a:prstGeom>
          <a:solidFill>
            <a:srgbClr val="1E3050"/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3246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</a:rPr>
              <a:t>Admin Login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194560" y="3383280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A623"/>
                </a:solidFill>
              </a:rPr>
              <a:t>→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2450592" y="3246120"/>
            <a:ext cx="1920240" cy="594360"/>
          </a:xfrm>
          <a:prstGeom prst="rect">
            <a:avLst/>
          </a:prstGeom>
          <a:solidFill>
            <a:srgbClr val="1E3050"/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50592" y="3246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</a:rPr>
              <a:t>View Bookings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370832" y="3383280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A623"/>
                </a:solidFill>
              </a:rPr>
              <a:t>→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4626864" y="3246120"/>
            <a:ext cx="1920240" cy="594360"/>
          </a:xfrm>
          <a:prstGeom prst="rect">
            <a:avLst/>
          </a:prstGeom>
          <a:solidFill>
            <a:srgbClr val="1E3050"/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26864" y="3246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</a:rPr>
              <a:t>Manage Transport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547104" y="3383280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A623"/>
                </a:solidFill>
              </a:rPr>
              <a:t>→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6803136" y="3246120"/>
            <a:ext cx="1920240" cy="594360"/>
          </a:xfrm>
          <a:prstGeom prst="rect">
            <a:avLst/>
          </a:prstGeom>
          <a:solidFill>
            <a:srgbClr val="1E3050"/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03136" y="3246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</a:rPr>
              <a:t>Monitor Revenue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27432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View — Application Pages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1261872"/>
            <a:ext cx="2011680" cy="1234440"/>
          </a:xfrm>
          <a:prstGeom prst="rect">
            <a:avLst/>
          </a:prstGeom>
          <a:solidFill>
            <a:srgbClr val="D8E4F0"/>
          </a:solidFill>
          <a:ln w="6350">
            <a:solidFill>
              <a:srgbClr val="B8C8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58191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899AA"/>
                </a:solidFill>
              </a:rPr>
              <a:t>📸 Screenshot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8899AA"/>
                </a:solidFill>
              </a:rPr>
              <a:t>Here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8600" y="2496312"/>
            <a:ext cx="201168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5146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5A623"/>
                </a:solidFill>
              </a:rPr>
              <a:t>Home Page (index.html)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4320" y="27432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99BB"/>
                </a:solidFill>
              </a:rPr>
              <a:t>Search transport by type, source &amp; destination. Hero section with mode selector.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2423160" y="1261872"/>
            <a:ext cx="2011680" cy="1234440"/>
          </a:xfrm>
          <a:prstGeom prst="rect">
            <a:avLst/>
          </a:prstGeom>
          <a:solidFill>
            <a:srgbClr val="D8E4F0"/>
          </a:solidFill>
          <a:ln w="6350">
            <a:solidFill>
              <a:srgbClr val="B8C8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158191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899AA"/>
                </a:solidFill>
              </a:rPr>
              <a:t>📸 Screenshot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8899AA"/>
                </a:solidFill>
              </a:rPr>
              <a:t>Here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23160" y="2496312"/>
            <a:ext cx="201168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25146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5A623"/>
                </a:solidFill>
              </a:rPr>
              <a:t>Login / Register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468880" y="27432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99BB"/>
                </a:solidFill>
              </a:rPr>
              <a:t>JWT-secured user auth forms with validation.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4617720" y="1261872"/>
            <a:ext cx="2011680" cy="1234440"/>
          </a:xfrm>
          <a:prstGeom prst="rect">
            <a:avLst/>
          </a:prstGeom>
          <a:solidFill>
            <a:srgbClr val="D8E4F0"/>
          </a:solidFill>
          <a:ln w="6350">
            <a:solidFill>
              <a:srgbClr val="B8C8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58191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899AA"/>
                </a:solidFill>
              </a:rPr>
              <a:t>📸 Screenshot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8899AA"/>
                </a:solidFill>
              </a:rPr>
              <a:t>Here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17720" y="2496312"/>
            <a:ext cx="201168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5146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5A623"/>
                </a:solidFill>
              </a:rPr>
              <a:t>Search Results (book.html)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663440" y="27432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99BB"/>
                </a:solidFill>
              </a:rPr>
              <a:t>Listed transport cards with price, seats, rating &amp; booking CTA.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228600" y="3182112"/>
            <a:ext cx="2011680" cy="1234440"/>
          </a:xfrm>
          <a:prstGeom prst="rect">
            <a:avLst/>
          </a:prstGeom>
          <a:solidFill>
            <a:srgbClr val="D8E4F0"/>
          </a:solidFill>
          <a:ln w="6350">
            <a:solidFill>
              <a:srgbClr val="B8C8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350215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899AA"/>
                </a:solidFill>
              </a:rPr>
              <a:t>📸 Screenshot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8899AA"/>
                </a:solidFill>
              </a:rPr>
              <a:t>Here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8600" y="4416552"/>
            <a:ext cx="201168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4348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5A623"/>
                </a:solidFill>
              </a:rPr>
              <a:t>Payment Page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74320" y="46634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99BB"/>
                </a:solidFill>
              </a:rPr>
              <a:t>Order summary + Razorpay integration for online payment.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2423160" y="3182112"/>
            <a:ext cx="2011680" cy="1234440"/>
          </a:xfrm>
          <a:prstGeom prst="rect">
            <a:avLst/>
          </a:prstGeom>
          <a:solidFill>
            <a:srgbClr val="D8E4F0"/>
          </a:solidFill>
          <a:ln w="6350">
            <a:solidFill>
              <a:srgbClr val="B8C8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23160" y="350215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899AA"/>
                </a:solidFill>
              </a:rPr>
              <a:t>📸 Screenshot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8899AA"/>
                </a:solidFill>
              </a:rPr>
              <a:t>Here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423160" y="4416552"/>
            <a:ext cx="201168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68880" y="44348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5A623"/>
                </a:solidFill>
              </a:rPr>
              <a:t>My Bookings Dashboard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468880" y="46634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99BB"/>
                </a:solidFill>
              </a:rPr>
              <a:t>All past bookings with status badges and cancel option.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4617720" y="3182112"/>
            <a:ext cx="2011680" cy="1234440"/>
          </a:xfrm>
          <a:prstGeom prst="rect">
            <a:avLst/>
          </a:prstGeom>
          <a:solidFill>
            <a:srgbClr val="D8E4F0"/>
          </a:solidFill>
          <a:ln w="6350">
            <a:solidFill>
              <a:srgbClr val="B8C8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350215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899AA"/>
                </a:solidFill>
              </a:rPr>
              <a:t>📸 Screenshot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8899AA"/>
                </a:solidFill>
              </a:rPr>
              <a:t>Here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17720" y="4416552"/>
            <a:ext cx="201168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44348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5A623"/>
                </a:solidFill>
              </a:rPr>
              <a:t>Admin Panel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663440" y="46634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99BB"/>
                </a:solidFill>
              </a:rPr>
              <a:t>Admin-only view with all user bookings and transport management.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6812279" y="2013966"/>
            <a:ext cx="2011680" cy="1234440"/>
          </a:xfrm>
          <a:prstGeom prst="rect">
            <a:avLst/>
          </a:prstGeom>
          <a:solidFill>
            <a:srgbClr val="D8E4F0"/>
          </a:solidFill>
          <a:ln w="6350">
            <a:solidFill>
              <a:srgbClr val="B8C8D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12279" y="3236098"/>
            <a:ext cx="201168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4" name="Text 42"/>
          <p:cNvSpPr/>
          <p:nvPr/>
        </p:nvSpPr>
        <p:spPr>
          <a:xfrm>
            <a:off x="6858000" y="324840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5A623"/>
                </a:solidFill>
              </a:rPr>
              <a:t>Booking Success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812279" y="3466105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99BB"/>
                </a:solidFill>
              </a:rPr>
              <a:t>Confirmation page with PNR number and booking ID displayed.</a:t>
            </a:r>
            <a:endParaRPr lang="en-US" sz="65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22B3B93B-00A0-BC58-4509-E4D9D5CF4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1" y="1234440"/>
            <a:ext cx="2011680" cy="128016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5229992-54A5-7A4F-C653-A0221DC1E7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1234440"/>
            <a:ext cx="2011680" cy="128016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4C2D956F-00F5-A0D7-AF67-ECBC99A3D9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1266444"/>
            <a:ext cx="2011680" cy="1261872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50D12325-BA0C-B4EF-7855-84762AF711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1" y="3145536"/>
            <a:ext cx="2011680" cy="128016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E0444E5C-6792-5E98-3196-F2F6F36BB1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2279" y="1908810"/>
            <a:ext cx="2011680" cy="132588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464C8634-7A6D-B9F3-1989-759E44BF0E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23160" y="3145536"/>
            <a:ext cx="2011680" cy="1289304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485F41B9-82CF-5653-2EDD-A40E404196F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7720" y="3135689"/>
            <a:ext cx="2011680" cy="13251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 of Prompts Generating Code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4160520" cy="1572768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719072"/>
            <a:ext cx="3941064" cy="1005840"/>
          </a:xfrm>
          <a:prstGeom prst="rect">
            <a:avLst/>
          </a:prstGeom>
          <a:solidFill>
            <a:srgbClr val="0F1E35"/>
          </a:solidFill>
          <a:ln w="6350">
            <a:solidFill>
              <a:srgbClr val="2A4A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2039112"/>
            <a:ext cx="3941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A5A8A"/>
                </a:solidFill>
              </a:rPr>
              <a:t>[ Screenshot Here 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261872"/>
            <a:ext cx="4160520" cy="4572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3167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</a:rPr>
              <a:t>Screenshot 1 — server.js generation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153619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899BB"/>
                </a:solidFill>
              </a:rPr>
              <a:t>Show prompt + Express server code response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709160" y="1261872"/>
            <a:ext cx="4160520" cy="1572768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18888" y="1719072"/>
            <a:ext cx="3941064" cy="1005840"/>
          </a:xfrm>
          <a:prstGeom prst="rect">
            <a:avLst/>
          </a:prstGeom>
          <a:solidFill>
            <a:srgbClr val="0F1E35"/>
          </a:solidFill>
          <a:ln w="6350">
            <a:solidFill>
              <a:srgbClr val="2A4A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2039112"/>
            <a:ext cx="3941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A5A8A"/>
                </a:solidFill>
              </a:rPr>
              <a:t>[ Screenshot Here 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1261872"/>
            <a:ext cx="4160520" cy="4572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8888" y="13167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</a:rPr>
              <a:t>Screenshot 2 — auth.js generation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18888" y="153619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899BB"/>
                </a:solidFill>
              </a:rPr>
              <a:t>Show JWT login/register prompt + code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74320" y="3136392"/>
            <a:ext cx="4160520" cy="1572768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3593592"/>
            <a:ext cx="3941064" cy="1005840"/>
          </a:xfrm>
          <a:prstGeom prst="rect">
            <a:avLst/>
          </a:prstGeom>
          <a:solidFill>
            <a:srgbClr val="0F1E35"/>
          </a:solidFill>
          <a:ln w="6350">
            <a:solidFill>
              <a:srgbClr val="2A4A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913632"/>
            <a:ext cx="3941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A5A8A"/>
                </a:solidFill>
              </a:rPr>
              <a:t>[ Screenshot Here ]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136392"/>
            <a:ext cx="4160520" cy="4572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19125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</a:rPr>
              <a:t>Screenshot 3 — Booking model generation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84048" y="341071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899BB"/>
                </a:solidFill>
              </a:rPr>
              <a:t>Show Mongoose schema prompt + model code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709160" y="3136392"/>
            <a:ext cx="4160520" cy="1572768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18888" y="3593592"/>
            <a:ext cx="3941064" cy="1005840"/>
          </a:xfrm>
          <a:prstGeom prst="rect">
            <a:avLst/>
          </a:prstGeom>
          <a:solidFill>
            <a:srgbClr val="0F1E35"/>
          </a:solidFill>
          <a:ln w="6350">
            <a:solidFill>
              <a:srgbClr val="2A4A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3913632"/>
            <a:ext cx="3941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A5A8A"/>
                </a:solidFill>
              </a:rPr>
              <a:t>[ Screenshot Here ]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3136392"/>
            <a:ext cx="4160520" cy="4572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8888" y="319125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</a:rPr>
              <a:t>Screenshot 4 — Frontend page prompt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18888" y="341071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899BB"/>
                </a:solidFill>
              </a:rPr>
              <a:t>Show HTML/CSS generation from prompt</a:t>
            </a:r>
            <a:endParaRPr lang="en-US" sz="75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02F4790-5534-E473-C541-A8C2149A4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854" y="1738795"/>
            <a:ext cx="4111986" cy="109584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D31A2FF-D96A-F9E4-239D-C5F744CF3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695741"/>
            <a:ext cx="4160520" cy="117547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038EE0F-A766-191F-8C87-AC592B4E03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642" y="3557292"/>
            <a:ext cx="4135198" cy="14442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C55776D-403E-69CA-A28F-10418C884C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3593592"/>
            <a:ext cx="4160520" cy="1444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1041009"/>
            <a:ext cx="164592" cy="39776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7B4C2C5-D438-0EF8-5AEE-DDA1FAE76FDF}"/>
              </a:ext>
            </a:extLst>
          </p:cNvPr>
          <p:cNvSpPr txBox="1"/>
          <p:nvPr/>
        </p:nvSpPr>
        <p:spPr>
          <a:xfrm>
            <a:off x="520505" y="1524757"/>
            <a:ext cx="7571935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Website URL:</a:t>
            </a:r>
          </a:p>
          <a:p>
            <a:r>
              <a:rPr lang="en-IN" sz="1200" b="1" dirty="0"/>
              <a:t>                  </a:t>
            </a:r>
            <a:r>
              <a:rPr lang="en-IN" sz="1200" dirty="0"/>
              <a:t>https://travelease-iql4.onrender.com</a:t>
            </a:r>
          </a:p>
          <a:p>
            <a:pPr>
              <a:buNone/>
            </a:pPr>
            <a:br>
              <a:rPr lang="en-IN" sz="1200" b="1" dirty="0"/>
            </a:br>
            <a:r>
              <a:rPr lang="en-IN" sz="1200" b="1" dirty="0"/>
              <a:t>VIDEO REFERENCES</a:t>
            </a:r>
            <a:endParaRPr lang="en-IN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YouTube — Node.js Express Tutorial for Beginners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YouTube — MongoDB Atlas Full Setup Guide (Fireship)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YouTube — JWT Login System (Web Dev Simplified)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YouTube — </a:t>
            </a:r>
            <a:r>
              <a:rPr lang="en-IN" sz="1200" dirty="0" err="1"/>
              <a:t>Razorpay</a:t>
            </a:r>
            <a:r>
              <a:rPr lang="en-IN" sz="1200" dirty="0"/>
              <a:t> Payment Integration in Node.js </a:t>
            </a:r>
          </a:p>
          <a:p>
            <a:endParaRPr lang="en-IN" sz="1200" dirty="0"/>
          </a:p>
          <a:p>
            <a:r>
              <a:rPr lang="en-IN" sz="1200" b="1" dirty="0"/>
              <a:t>AI TOOL</a:t>
            </a:r>
            <a:endParaRPr lang="en-IN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ChatGPT (chat.openai.com) — Used to generate backend routes, models, and server code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200" dirty="0"/>
          </a:p>
          <a:p>
            <a:pPr>
              <a:buNone/>
            </a:pPr>
            <a:r>
              <a:rPr lang="en-IN" sz="1200" b="1" dirty="0"/>
              <a:t>DOCUMENTATION / BROWSER SEARCH</a:t>
            </a:r>
            <a:endParaRPr lang="en-IN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Google Chrome — Searched how to connect MongoDB Atlas with Node.js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Google Chrome — Searched Express.js middleware setup and routing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Google Chrome — Searched how to deploy a Node.js app on Render.com</a:t>
            </a:r>
          </a:p>
          <a:p>
            <a:endParaRPr lang="en-IN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1290</Words>
  <Application>Microsoft Office PowerPoint</Application>
  <PresentationFormat>On-screen Show (16:9)</PresentationFormat>
  <Paragraphs>206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TravelEase Pro — Transport Booking System</dc:title>
  <dc:subject>PptxGenJS Presentation</dc:subject>
  <dc:creator>PptxGenJS</dc:creator>
  <cp:lastModifiedBy>chinni reddy</cp:lastModifiedBy>
  <cp:revision>2</cp:revision>
  <dcterms:created xsi:type="dcterms:W3CDTF">2026-04-15T01:51:30Z</dcterms:created>
  <dcterms:modified xsi:type="dcterms:W3CDTF">2026-04-16T17:55:48Z</dcterms:modified>
</cp:coreProperties>
</file>